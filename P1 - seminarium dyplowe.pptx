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sldIdLst>
    <p:sldId id="256" r:id="rId5"/>
    <p:sldId id="262" r:id="rId6"/>
    <p:sldId id="261" r:id="rId7"/>
    <p:sldId id="260" r:id="rId8"/>
    <p:sldId id="258" r:id="rId9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872"/>
    <a:srgbClr val="007C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0FFA12-3BCB-41FE-A11D-5829CA630068}" v="12" dt="2026-03-23T11:23:56.8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przyk Marcin (STUD)" userId="2ba64f59-9a52-4945-9bd3-af54d41d4f2d" providerId="ADAL" clId="{D3757028-685B-4537-AC09-AA133054607E}"/>
    <pc:docChg chg="undo custSel modSld">
      <pc:chgData name="Kacprzyk Marcin (STUD)" userId="2ba64f59-9a52-4945-9bd3-af54d41d4f2d" providerId="ADAL" clId="{D3757028-685B-4537-AC09-AA133054607E}" dt="2026-03-23T11:24:31.604" v="178" actId="1076"/>
      <pc:docMkLst>
        <pc:docMk/>
      </pc:docMkLst>
      <pc:sldChg chg="addSp delSp modSp mod">
        <pc:chgData name="Kacprzyk Marcin (STUD)" userId="2ba64f59-9a52-4945-9bd3-af54d41d4f2d" providerId="ADAL" clId="{D3757028-685B-4537-AC09-AA133054607E}" dt="2026-03-23T11:24:12.125" v="176" actId="1076"/>
        <pc:sldMkLst>
          <pc:docMk/>
          <pc:sldMk cId="1672126401" sldId="260"/>
        </pc:sldMkLst>
        <pc:spChg chg="add mod">
          <ac:chgData name="Kacprzyk Marcin (STUD)" userId="2ba64f59-9a52-4945-9bd3-af54d41d4f2d" providerId="ADAL" clId="{D3757028-685B-4537-AC09-AA133054607E}" dt="2026-03-23T11:23:38.327" v="168" actId="1076"/>
          <ac:spMkLst>
            <pc:docMk/>
            <pc:sldMk cId="1672126401" sldId="260"/>
            <ac:spMk id="2" creationId="{03FEAA97-B2C2-CBDC-124D-2E97B1AF0562}"/>
          </ac:spMkLst>
        </pc:spChg>
        <pc:spChg chg="add mod">
          <ac:chgData name="Kacprzyk Marcin (STUD)" userId="2ba64f59-9a52-4945-9bd3-af54d41d4f2d" providerId="ADAL" clId="{D3757028-685B-4537-AC09-AA133054607E}" dt="2026-03-23T11:23:44.943" v="170" actId="1076"/>
          <ac:spMkLst>
            <pc:docMk/>
            <pc:sldMk cId="1672126401" sldId="260"/>
            <ac:spMk id="3" creationId="{B990132A-F5C9-204E-7E29-DCD59F10A354}"/>
          </ac:spMkLst>
        </pc:spChg>
        <pc:spChg chg="add mod">
          <ac:chgData name="Kacprzyk Marcin (STUD)" userId="2ba64f59-9a52-4945-9bd3-af54d41d4f2d" providerId="ADAL" clId="{D3757028-685B-4537-AC09-AA133054607E}" dt="2026-03-23T11:24:00.415" v="174" actId="1076"/>
          <ac:spMkLst>
            <pc:docMk/>
            <pc:sldMk cId="1672126401" sldId="260"/>
            <ac:spMk id="4" creationId="{68782E42-2A1B-8BCA-3C32-2EC37BC64B18}"/>
          </ac:spMkLst>
        </pc:spChg>
        <pc:spChg chg="add mod">
          <ac:chgData name="Kacprzyk Marcin (STUD)" userId="2ba64f59-9a52-4945-9bd3-af54d41d4f2d" providerId="ADAL" clId="{D3757028-685B-4537-AC09-AA133054607E}" dt="2026-03-23T11:24:12.125" v="176" actId="1076"/>
          <ac:spMkLst>
            <pc:docMk/>
            <pc:sldMk cId="1672126401" sldId="260"/>
            <ac:spMk id="7" creationId="{60EA6FB3-743D-F0D5-BFB0-C7C546BBB489}"/>
          </ac:spMkLst>
        </pc:spChg>
        <pc:spChg chg="del mod">
          <ac:chgData name="Kacprzyk Marcin (STUD)" userId="2ba64f59-9a52-4945-9bd3-af54d41d4f2d" providerId="ADAL" clId="{D3757028-685B-4537-AC09-AA133054607E}" dt="2026-03-23T11:20:54.702" v="55" actId="21"/>
          <ac:spMkLst>
            <pc:docMk/>
            <pc:sldMk cId="1672126401" sldId="260"/>
            <ac:spMk id="24" creationId="{97569D6E-A2FA-D586-B24C-D5D904E01BB0}"/>
          </ac:spMkLst>
        </pc:spChg>
        <pc:picChg chg="mod">
          <ac:chgData name="Kacprzyk Marcin (STUD)" userId="2ba64f59-9a52-4945-9bd3-af54d41d4f2d" providerId="ADAL" clId="{D3757028-685B-4537-AC09-AA133054607E}" dt="2026-03-23T11:23:34.179" v="167" actId="1076"/>
          <ac:picMkLst>
            <pc:docMk/>
            <pc:sldMk cId="1672126401" sldId="260"/>
            <ac:picMk id="1026" creationId="{E2A2AF15-F8AC-424A-7635-62B1DE525D53}"/>
          </ac:picMkLst>
        </pc:picChg>
        <pc:picChg chg="mod">
          <ac:chgData name="Kacprzyk Marcin (STUD)" userId="2ba64f59-9a52-4945-9bd3-af54d41d4f2d" providerId="ADAL" clId="{D3757028-685B-4537-AC09-AA133054607E}" dt="2026-03-23T11:23:42.273" v="169" actId="1076"/>
          <ac:picMkLst>
            <pc:docMk/>
            <pc:sldMk cId="1672126401" sldId="260"/>
            <ac:picMk id="1028" creationId="{76C5E7F6-B4D0-DCB9-08B4-73B14A73A226}"/>
          </ac:picMkLst>
        </pc:picChg>
        <pc:picChg chg="mod">
          <ac:chgData name="Kacprzyk Marcin (STUD)" userId="2ba64f59-9a52-4945-9bd3-af54d41d4f2d" providerId="ADAL" clId="{D3757028-685B-4537-AC09-AA133054607E}" dt="2026-03-23T11:23:56.858" v="173" actId="1076"/>
          <ac:picMkLst>
            <pc:docMk/>
            <pc:sldMk cId="1672126401" sldId="260"/>
            <ac:picMk id="1030" creationId="{28CCBECA-581E-28AA-B174-2ED7FCC7CAEA}"/>
          </ac:picMkLst>
        </pc:picChg>
        <pc:picChg chg="mod">
          <ac:chgData name="Kacprzyk Marcin (STUD)" userId="2ba64f59-9a52-4945-9bd3-af54d41d4f2d" providerId="ADAL" clId="{D3757028-685B-4537-AC09-AA133054607E}" dt="2026-03-23T11:23:48.560" v="171" actId="1076"/>
          <ac:picMkLst>
            <pc:docMk/>
            <pc:sldMk cId="1672126401" sldId="260"/>
            <ac:picMk id="1034" creationId="{40FE1422-3249-AD00-BCF1-0B9C56C0B72C}"/>
          </ac:picMkLst>
        </pc:picChg>
      </pc:sldChg>
      <pc:sldChg chg="addSp delSp modSp mod">
        <pc:chgData name="Kacprzyk Marcin (STUD)" userId="2ba64f59-9a52-4945-9bd3-af54d41d4f2d" providerId="ADAL" clId="{D3757028-685B-4537-AC09-AA133054607E}" dt="2026-03-23T11:16:09.706" v="10" actId="14100"/>
        <pc:sldMkLst>
          <pc:docMk/>
          <pc:sldMk cId="2597448124" sldId="261"/>
        </pc:sldMkLst>
        <pc:spChg chg="add del mod">
          <ac:chgData name="Kacprzyk Marcin (STUD)" userId="2ba64f59-9a52-4945-9bd3-af54d41d4f2d" providerId="ADAL" clId="{D3757028-685B-4537-AC09-AA133054607E}" dt="2026-03-23T11:12:43.348" v="1" actId="478"/>
          <ac:spMkLst>
            <pc:docMk/>
            <pc:sldMk cId="2597448124" sldId="261"/>
            <ac:spMk id="2" creationId="{E3A52CC7-CFA2-E140-F775-C0C4755957A4}"/>
          </ac:spMkLst>
        </pc:spChg>
        <pc:spChg chg="add mod">
          <ac:chgData name="Kacprzyk Marcin (STUD)" userId="2ba64f59-9a52-4945-9bd3-af54d41d4f2d" providerId="ADAL" clId="{D3757028-685B-4537-AC09-AA133054607E}" dt="2026-03-23T11:12:43.869" v="2"/>
          <ac:spMkLst>
            <pc:docMk/>
            <pc:sldMk cId="2597448124" sldId="261"/>
            <ac:spMk id="3" creationId="{5BF2AFDF-F97F-8ABB-BEA7-CBD9AFD1E2C1}"/>
          </ac:spMkLst>
        </pc:spChg>
        <pc:spChg chg="add mod">
          <ac:chgData name="Kacprzyk Marcin (STUD)" userId="2ba64f59-9a52-4945-9bd3-af54d41d4f2d" providerId="ADAL" clId="{D3757028-685B-4537-AC09-AA133054607E}" dt="2026-03-23T11:12:43.869" v="2"/>
          <ac:spMkLst>
            <pc:docMk/>
            <pc:sldMk cId="2597448124" sldId="261"/>
            <ac:spMk id="5" creationId="{8DBD4FA2-D66F-AEAD-BEB1-DFC65C65625D}"/>
          </ac:spMkLst>
        </pc:spChg>
        <pc:spChg chg="mod">
          <ac:chgData name="Kacprzyk Marcin (STUD)" userId="2ba64f59-9a52-4945-9bd3-af54d41d4f2d" providerId="ADAL" clId="{D3757028-685B-4537-AC09-AA133054607E}" dt="2026-03-23T11:15:26.399" v="5" actId="1076"/>
          <ac:spMkLst>
            <pc:docMk/>
            <pc:sldMk cId="2597448124" sldId="261"/>
            <ac:spMk id="7" creationId="{E29AE5D5-216A-8F8A-666A-883663F0294A}"/>
          </ac:spMkLst>
        </pc:spChg>
        <pc:spChg chg="mod">
          <ac:chgData name="Kacprzyk Marcin (STUD)" userId="2ba64f59-9a52-4945-9bd3-af54d41d4f2d" providerId="ADAL" clId="{D3757028-685B-4537-AC09-AA133054607E}" dt="2026-03-23T11:16:09.706" v="10" actId="14100"/>
          <ac:spMkLst>
            <pc:docMk/>
            <pc:sldMk cId="2597448124" sldId="261"/>
            <ac:spMk id="22" creationId="{DF7A9B18-CF36-BD2A-CFC5-ACF4B7DF6479}"/>
          </ac:spMkLst>
        </pc:spChg>
        <pc:picChg chg="add mod">
          <ac:chgData name="Kacprzyk Marcin (STUD)" userId="2ba64f59-9a52-4945-9bd3-af54d41d4f2d" providerId="ADAL" clId="{D3757028-685B-4537-AC09-AA133054607E}" dt="2026-03-23T11:12:43.869" v="2"/>
          <ac:picMkLst>
            <pc:docMk/>
            <pc:sldMk cId="2597448124" sldId="261"/>
            <ac:picMk id="4" creationId="{7A6764A4-FF37-2B78-F480-5E40AB0E0A5F}"/>
          </ac:picMkLst>
        </pc:picChg>
      </pc:sldChg>
      <pc:sldChg chg="modSp mod">
        <pc:chgData name="Kacprzyk Marcin (STUD)" userId="2ba64f59-9a52-4945-9bd3-af54d41d4f2d" providerId="ADAL" clId="{D3757028-685B-4537-AC09-AA133054607E}" dt="2026-03-23T11:24:31.604" v="178" actId="1076"/>
        <pc:sldMkLst>
          <pc:docMk/>
          <pc:sldMk cId="1328611091" sldId="262"/>
        </pc:sldMkLst>
        <pc:spChg chg="mod">
          <ac:chgData name="Kacprzyk Marcin (STUD)" userId="2ba64f59-9a52-4945-9bd3-af54d41d4f2d" providerId="ADAL" clId="{D3757028-685B-4537-AC09-AA133054607E}" dt="2026-03-23T11:24:31.604" v="178" actId="1076"/>
          <ac:spMkLst>
            <pc:docMk/>
            <pc:sldMk cId="1328611091" sldId="262"/>
            <ac:spMk id="7" creationId="{98F02390-F952-0D1E-49BF-C2171044BEF2}"/>
          </ac:spMkLst>
        </pc:spChg>
        <pc:spChg chg="mod">
          <ac:chgData name="Kacprzyk Marcin (STUD)" userId="2ba64f59-9a52-4945-9bd3-af54d41d4f2d" providerId="ADAL" clId="{D3757028-685B-4537-AC09-AA133054607E}" dt="2026-03-23T11:24:28.857" v="177" actId="1076"/>
          <ac:spMkLst>
            <pc:docMk/>
            <pc:sldMk cId="1328611091" sldId="262"/>
            <ac:spMk id="35" creationId="{CF189605-7B21-F494-F284-6EE1A229DE91}"/>
          </ac:spMkLst>
        </pc:spChg>
      </pc:sldChg>
    </pc:docChg>
  </pc:docChgLst>
  <pc:docChgLst>
    <pc:chgData name="Kacprzyk Marcin (STUD)" userId="2ba64f59-9a52-4945-9bd3-af54d41d4f2d" providerId="ADAL" clId="{4F7F6B39-58D8-48D4-BBE8-86DB6D4F523B}"/>
    <pc:docChg chg="modSld">
      <pc:chgData name="Kacprzyk Marcin (STUD)" userId="2ba64f59-9a52-4945-9bd3-af54d41d4f2d" providerId="ADAL" clId="{4F7F6B39-58D8-48D4-BBE8-86DB6D4F523B}" dt="2026-03-22T13:44:22.341" v="0" actId="1076"/>
      <pc:docMkLst>
        <pc:docMk/>
      </pc:docMkLst>
      <pc:sldChg chg="modSp mod">
        <pc:chgData name="Kacprzyk Marcin (STUD)" userId="2ba64f59-9a52-4945-9bd3-af54d41d4f2d" providerId="ADAL" clId="{4F7F6B39-58D8-48D4-BBE8-86DB6D4F523B}" dt="2026-03-22T13:44:22.341" v="0" actId="1076"/>
        <pc:sldMkLst>
          <pc:docMk/>
          <pc:sldMk cId="1328611091" sldId="262"/>
        </pc:sldMkLst>
        <pc:spChg chg="mod">
          <ac:chgData name="Kacprzyk Marcin (STUD)" userId="2ba64f59-9a52-4945-9bd3-af54d41d4f2d" providerId="ADAL" clId="{4F7F6B39-58D8-48D4-BBE8-86DB6D4F523B}" dt="2026-03-22T13:44:22.341" v="0" actId="1076"/>
          <ac:spMkLst>
            <pc:docMk/>
            <pc:sldMk cId="1328611091" sldId="262"/>
            <ac:spMk id="7" creationId="{98F02390-F952-0D1E-49BF-C2171044BEF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2BF6DA1-8065-450D-DD72-26912780E7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1443222-5D8F-3330-9B61-77213BE165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5CC5579-3A55-462C-AB91-DE0A2E1A0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0934-8C48-4B6B-9830-F8B1C8E5331D}" type="datetimeFigureOut">
              <a:rPr lang="pl-PL" smtClean="0"/>
              <a:t>23.03.2026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1C5B45F-561B-7AFA-E1A9-E30436E6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4D9FA9-3BB0-3D9B-598E-54102A892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2EE-12AD-4411-B64F-6A65A02CEA7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74743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AD6D02-7A0C-031B-E599-59899212E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A1FDD79-B65B-30AA-216F-C9814E2F9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E6F644F-53B6-FB6D-FD8D-741652F91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0934-8C48-4B6B-9830-F8B1C8E5331D}" type="datetimeFigureOut">
              <a:rPr lang="pl-PL" smtClean="0"/>
              <a:t>23.03.2026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DB02686-9D56-3DD5-2A09-2F0AE543C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75168D6-B850-DE04-8771-33A27DB73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2EE-12AD-4411-B64F-6A65A02CEA7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39625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B21698-FA6E-79F6-6322-BCC50D8F5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E23D11E-6B7D-0C4F-7510-C83D99D40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B5EC281-C3B3-0BB1-FC5A-8ACC6322A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0934-8C48-4B6B-9830-F8B1C8E5331D}" type="datetimeFigureOut">
              <a:rPr lang="pl-PL" smtClean="0"/>
              <a:t>23.03.2026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5A70B5F-C1E4-DF07-7212-44899EAC0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478D1E8-5498-F3CE-C2C0-C204586D5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2EE-12AD-4411-B64F-6A65A02CEA7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69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2B15DF-A3CC-A86B-F766-BE44AE5FE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BC1BB8A-A11F-8379-EC17-47A52BB86A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B29B5F0-7FBD-0139-5B0C-504B36E6C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9D74ADC-3D3D-D8C0-EF3A-9C12FEF76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0934-8C48-4B6B-9830-F8B1C8E5331D}" type="datetimeFigureOut">
              <a:rPr lang="pl-PL" smtClean="0"/>
              <a:t>23.03.2026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6C4D0E4-BDF1-24E8-C2F7-E095D04D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03F09D1-DD57-D265-0B7B-C6F62B1DB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2EE-12AD-4411-B64F-6A65A02CEA7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4983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8915EA1-D141-FF97-0364-EEC7D09FE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BD6532E-ADF1-5BA7-3B0B-7B291F3E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54B64E6B-A791-F857-84A0-3D08FED48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46244C6-C78A-747B-06B0-171894E839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DD764F37-DF82-CA0D-949C-240AADA8C2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5157D3C5-66E0-FEFE-2492-183702509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0934-8C48-4B6B-9830-F8B1C8E5331D}" type="datetimeFigureOut">
              <a:rPr lang="pl-PL" smtClean="0"/>
              <a:t>23.03.2026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3540397B-B484-B03A-28B1-3D429DD65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9D3F9732-03F7-F6EA-4D67-77F621870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2EE-12AD-4411-B64F-6A65A02CEA7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45974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6AC7DB-ABB6-9A5E-8452-4EFEFF4C3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BFCF297F-73E8-104A-D2A7-67BFCBCCA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0934-8C48-4B6B-9830-F8B1C8E5331D}" type="datetimeFigureOut">
              <a:rPr lang="pl-PL" smtClean="0"/>
              <a:t>23.03.2026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DAFE7354-A8C3-4EE7-F8A4-F337D9759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008F7309-3CBD-0250-0D2C-74BF402D0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2EE-12AD-4411-B64F-6A65A02CEA7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77007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B9502E15-C705-AB86-96A8-8CD376CAB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0934-8C48-4B6B-9830-F8B1C8E5331D}" type="datetimeFigureOut">
              <a:rPr lang="pl-PL" smtClean="0"/>
              <a:t>23.03.2026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FBAF1C45-D3E4-1183-38C9-03F213387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881B38F-8A85-9F18-8482-7BEB60F0B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2EE-12AD-4411-B64F-6A65A02CEA7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8463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CF1C8A-472B-05C8-10F2-F59CD8F51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D275AB8-B80A-8541-5D9F-42207CEDB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7B448ACE-7617-3076-0487-21FD279A8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CFE05A0-A927-822F-2D39-921F29D05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0934-8C48-4B6B-9830-F8B1C8E5331D}" type="datetimeFigureOut">
              <a:rPr lang="pl-PL" smtClean="0"/>
              <a:t>23.03.2026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FA2996D-3BB4-08CB-95D4-E85F27CEA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C27EC9C-1D36-6101-EA3B-1CD80EF93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2EE-12AD-4411-B64F-6A65A02CEA7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39131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9E6E2C-CA9A-A51A-D284-1B22C2E45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943F12ED-D89A-3398-93AF-A85E1D668E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C59B70C2-598B-E0CC-DF74-B1F10B9AB6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CBC85B7-B0D8-0E7C-055E-DE1F3F025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0934-8C48-4B6B-9830-F8B1C8E5331D}" type="datetimeFigureOut">
              <a:rPr lang="pl-PL" smtClean="0"/>
              <a:t>23.03.2026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1DEC2AB-4676-812B-F1A5-1659064F1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1EAE592-902B-4CD8-D5F6-1B78E9C4A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2EE-12AD-4411-B64F-6A65A02CEA7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64411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D32792-642C-064E-6029-9F169AD41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388EF2E1-35C4-6993-4D38-2594A1F73D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76A750D-E2EE-17BB-36AD-7EBC846F9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0934-8C48-4B6B-9830-F8B1C8E5331D}" type="datetimeFigureOut">
              <a:rPr lang="pl-PL" smtClean="0"/>
              <a:t>23.03.2026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773DB9-98BB-3623-8BF8-54E066D79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DE52B14-9A72-2FDB-3E75-B21258CD9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2EE-12AD-4411-B64F-6A65A02CEA7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39598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3737036A-5536-1BA6-22E6-F0A0E70C0D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853FA8B0-0AD8-778B-8813-59868E08E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BE3B72F-AF80-7A37-7D27-227A599F6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0934-8C48-4B6B-9830-F8B1C8E5331D}" type="datetimeFigureOut">
              <a:rPr lang="pl-PL" smtClean="0"/>
              <a:t>23.03.2026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0FFC0ED-A2E6-D959-017D-C544826C7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FEA0CE4-1A12-E020-E44B-77D7DE833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2EE-12AD-4411-B64F-6A65A02CEA7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7443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niestandard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82C8D0B-04D7-623D-D450-44EC96EDC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231B636F-5B68-7C31-8D13-96C5ECE1B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B0934-8C48-4B6B-9830-F8B1C8E5331D}" type="datetimeFigureOut">
              <a:rPr lang="pl-PL" smtClean="0"/>
              <a:t>23.03.2026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DEC1DAE9-5927-C434-3E14-A0F26D4C1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96892BF-5FBE-3A39-EFCC-B0E8CF9EE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82EE-12AD-4411-B64F-6A65A02CEA7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94267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89FE219-A92A-D1DD-9076-FBF21B1D6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9E66A74-3559-628B-75EE-E96151D79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A1A98AE-73A5-EE15-60CD-020F3F76B8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B0934-8C48-4B6B-9830-F8B1C8E5331D}" type="datetimeFigureOut">
              <a:rPr lang="pl-PL" smtClean="0"/>
              <a:t>23.03.2026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6AB3D98-D64F-782C-E352-647AA5D65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6AD50F8-DF56-FA79-23F0-93B77ABE8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482EE-12AD-4411-B64F-6A65A02CEA7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16857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8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logo&#10;&#10;Opis wygenerowany automatycznie">
            <a:extLst>
              <a:ext uri="{FF2B5EF4-FFF2-40B4-BE49-F238E27FC236}">
                <a16:creationId xmlns:a16="http://schemas.microsoft.com/office/drawing/2014/main" id="{7F664471-D8BA-0250-F7B9-558FAAEDDF8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726" y="709388"/>
            <a:ext cx="2481586" cy="2481586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3CF06F40-6CDD-1882-5D7C-5B212074BC64}"/>
              </a:ext>
            </a:extLst>
          </p:cNvPr>
          <p:cNvSpPr txBox="1"/>
          <p:nvPr/>
        </p:nvSpPr>
        <p:spPr>
          <a:xfrm>
            <a:off x="4991367" y="709388"/>
            <a:ext cx="5699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bg1"/>
                </a:solidFill>
                <a:ea typeface="Source Serif Pro" panose="02040603050405020204" pitchFamily="18" charset="0"/>
              </a:rPr>
              <a:t>Politechnika Warszawska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0CBC331D-8069-B1C8-0B2C-BC64036C1009}"/>
              </a:ext>
            </a:extLst>
          </p:cNvPr>
          <p:cNvSpPr txBox="1"/>
          <p:nvPr/>
        </p:nvSpPr>
        <p:spPr>
          <a:xfrm>
            <a:off x="4991367" y="1304494"/>
            <a:ext cx="569934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>
                <a:solidFill>
                  <a:schemeClr val="bg1"/>
                </a:solidFill>
                <a:latin typeface="Source Sans Pro Light" panose="020B0403030403020204" pitchFamily="34" charset="0"/>
              </a:rPr>
              <a:t>Opracowanie narzędzia webowego do wyświetlania i edycji danych 3D w postaci </a:t>
            </a:r>
            <a:r>
              <a:rPr lang="pl-PL" sz="3200" dirty="0" err="1">
                <a:solidFill>
                  <a:schemeClr val="bg1"/>
                </a:solidFill>
                <a:latin typeface="Source Sans Pro Light" panose="020B0403030403020204" pitchFamily="34" charset="0"/>
              </a:rPr>
              <a:t>Gaussian</a:t>
            </a:r>
            <a:r>
              <a:rPr lang="pl-PL" sz="3200" dirty="0">
                <a:solidFill>
                  <a:schemeClr val="bg1"/>
                </a:solidFill>
                <a:latin typeface="Source Sans Pro Light" panose="020B0403030403020204" pitchFamily="34" charset="0"/>
              </a:rPr>
              <a:t> </a:t>
            </a:r>
            <a:r>
              <a:rPr lang="pl-PL" sz="3200" dirty="0" err="1">
                <a:solidFill>
                  <a:schemeClr val="bg1"/>
                </a:solidFill>
                <a:latin typeface="Source Sans Pro Light" panose="020B0403030403020204" pitchFamily="34" charset="0"/>
              </a:rPr>
              <a:t>Splatting</a:t>
            </a:r>
            <a:endParaRPr lang="pl-PL" sz="3200" dirty="0">
              <a:solidFill>
                <a:schemeClr val="bg1"/>
              </a:solidFill>
              <a:latin typeface="Source Sans Pro Light" panose="020B040303040302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B6F5D76B-1818-C235-38F9-3C9C21303C79}"/>
              </a:ext>
            </a:extLst>
          </p:cNvPr>
          <p:cNvSpPr txBox="1"/>
          <p:nvPr/>
        </p:nvSpPr>
        <p:spPr>
          <a:xfrm>
            <a:off x="4991367" y="4250764"/>
            <a:ext cx="5699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>
                <a:solidFill>
                  <a:schemeClr val="bg1"/>
                </a:solidFill>
                <a:latin typeface="Source Sans Pro Light" panose="020B0403030403020204" pitchFamily="34" charset="0"/>
              </a:rPr>
              <a:t>Seminarium dyplomowe – prezentacja pierwsza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6C22A504-080D-AED3-DD7B-D7F4C7F66CAE}"/>
              </a:ext>
            </a:extLst>
          </p:cNvPr>
          <p:cNvSpPr txBox="1"/>
          <p:nvPr/>
        </p:nvSpPr>
        <p:spPr>
          <a:xfrm>
            <a:off x="4991367" y="4947925"/>
            <a:ext cx="44545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>
                <a:solidFill>
                  <a:schemeClr val="bg1"/>
                </a:solidFill>
                <a:latin typeface="Source Sans Pro Light" panose="020B0403030403020204" pitchFamily="34" charset="0"/>
              </a:rPr>
              <a:t>Dyplomant 	Marcin Kacprzyk</a:t>
            </a:r>
          </a:p>
          <a:p>
            <a:r>
              <a:rPr lang="pl-PL" sz="1400" dirty="0">
                <a:solidFill>
                  <a:schemeClr val="bg1"/>
                </a:solidFill>
                <a:latin typeface="Source Sans Pro Light" panose="020B0403030403020204" pitchFamily="34" charset="0"/>
              </a:rPr>
              <a:t>Promotorzy	dr inż. Wojciech Ostrowski</a:t>
            </a:r>
          </a:p>
          <a:p>
            <a:r>
              <a:rPr lang="pl-PL" sz="1400" dirty="0">
                <a:solidFill>
                  <a:schemeClr val="bg1"/>
                </a:solidFill>
                <a:latin typeface="Source Sans Pro Light" panose="020B0403030403020204" pitchFamily="34" charset="0"/>
              </a:rPr>
              <a:t>	mgr inż. Łukasz Wilk</a:t>
            </a:r>
          </a:p>
        </p:txBody>
      </p:sp>
    </p:spTree>
    <p:extLst>
      <p:ext uri="{BB962C8B-B14F-4D97-AF65-F5344CB8AC3E}">
        <p14:creationId xmlns:p14="http://schemas.microsoft.com/office/powerpoint/2010/main" val="1396976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FDB41-CD0E-8417-47B6-B6D39D1D9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 4">
            <a:extLst>
              <a:ext uri="{FF2B5EF4-FFF2-40B4-BE49-F238E27FC236}">
                <a16:creationId xmlns:a16="http://schemas.microsoft.com/office/drawing/2014/main" id="{6738F86E-FCB2-A213-E06C-C27FAA1CB2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804672"/>
          </a:xfrm>
          <a:prstGeom prst="rect">
            <a:avLst/>
          </a:prstGeom>
          <a:solidFill>
            <a:srgbClr val="00687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98F02390-F952-0D1E-49BF-C2171044BEF2}"/>
              </a:ext>
            </a:extLst>
          </p:cNvPr>
          <p:cNvSpPr txBox="1"/>
          <p:nvPr/>
        </p:nvSpPr>
        <p:spPr>
          <a:xfrm>
            <a:off x="479286" y="1859851"/>
            <a:ext cx="49999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000" dirty="0">
                <a:solidFill>
                  <a:schemeClr val="bg2">
                    <a:lumMod val="10000"/>
                  </a:schemeClr>
                </a:solidFill>
                <a:latin typeface="Source Sans Pro Light" panose="020B0403030403020204" pitchFamily="34" charset="0"/>
              </a:rPr>
              <a:t>Cel pracy</a:t>
            </a:r>
          </a:p>
        </p:txBody>
      </p:sp>
      <p:pic>
        <p:nvPicPr>
          <p:cNvPr id="19" name="Grafika 18">
            <a:extLst>
              <a:ext uri="{FF2B5EF4-FFF2-40B4-BE49-F238E27FC236}">
                <a16:creationId xmlns:a16="http://schemas.microsoft.com/office/drawing/2014/main" id="{100BDC9A-E0A5-AA9B-AD28-2F54055EFC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6027" y="-12526"/>
            <a:ext cx="1252727" cy="1780736"/>
          </a:xfrm>
          <a:prstGeom prst="rect">
            <a:avLst/>
          </a:prstGeom>
        </p:spPr>
      </p:pic>
      <p:sp>
        <p:nvSpPr>
          <p:cNvPr id="20" name="pole tekstowe 19">
            <a:extLst>
              <a:ext uri="{FF2B5EF4-FFF2-40B4-BE49-F238E27FC236}">
                <a16:creationId xmlns:a16="http://schemas.microsoft.com/office/drawing/2014/main" id="{DC9238FB-C94C-6F97-3771-D760F4F8E2F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29588" y="160326"/>
            <a:ext cx="5699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>
                <a:solidFill>
                  <a:schemeClr val="bg1"/>
                </a:solidFill>
                <a:latin typeface="Source Sans Pro Light" panose="020B0403030403020204" pitchFamily="34" charset="0"/>
              </a:rPr>
              <a:t>Seminarium dyplomowe – prezentacja pierwsza</a:t>
            </a:r>
          </a:p>
        </p:txBody>
      </p:sp>
      <p:sp>
        <p:nvSpPr>
          <p:cNvPr id="35" name="pole tekstowe 34">
            <a:extLst>
              <a:ext uri="{FF2B5EF4-FFF2-40B4-BE49-F238E27FC236}">
                <a16:creationId xmlns:a16="http://schemas.microsoft.com/office/drawing/2014/main" id="{CF189605-7B21-F494-F284-6EE1A229DE91}"/>
              </a:ext>
            </a:extLst>
          </p:cNvPr>
          <p:cNvSpPr txBox="1"/>
          <p:nvPr/>
        </p:nvSpPr>
        <p:spPr>
          <a:xfrm>
            <a:off x="5244988" y="1859851"/>
            <a:ext cx="616788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dirty="0"/>
              <a:t>Celem pracy jest opracowanie i implementacja narzędzia webowego umożliwiającego wizualizację, interaktywną eksplorację oraz edycję danych zapisanych w formacie </a:t>
            </a:r>
            <a:r>
              <a:rPr lang="pl-PL" sz="2800" dirty="0" err="1"/>
              <a:t>Gaussian</a:t>
            </a:r>
            <a:r>
              <a:rPr lang="pl-PL" sz="2800" dirty="0"/>
              <a:t> </a:t>
            </a:r>
            <a:r>
              <a:rPr lang="pl-PL" sz="2800" dirty="0" err="1"/>
              <a:t>Splatting</a:t>
            </a:r>
            <a:r>
              <a:rPr lang="pl-PL" sz="2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28611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E29AE5D5-216A-8F8A-666A-883663F0294A}"/>
              </a:ext>
            </a:extLst>
          </p:cNvPr>
          <p:cNvSpPr txBox="1"/>
          <p:nvPr/>
        </p:nvSpPr>
        <p:spPr>
          <a:xfrm>
            <a:off x="527228" y="1896036"/>
            <a:ext cx="100779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000" dirty="0">
                <a:solidFill>
                  <a:schemeClr val="bg2">
                    <a:lumMod val="10000"/>
                  </a:schemeClr>
                </a:solidFill>
                <a:latin typeface="Source Sans Pro Light" panose="020B0403030403020204" pitchFamily="34" charset="0"/>
              </a:rPr>
              <a:t>Problem inżynierski</a:t>
            </a:r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DF7A9B18-CF36-BD2A-CFC5-ACF4B7DF6479}"/>
              </a:ext>
            </a:extLst>
          </p:cNvPr>
          <p:cNvSpPr txBox="1"/>
          <p:nvPr/>
        </p:nvSpPr>
        <p:spPr>
          <a:xfrm>
            <a:off x="6167534" y="1856792"/>
            <a:ext cx="532777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dirty="0">
                <a:solidFill>
                  <a:schemeClr val="bg2">
                    <a:lumMod val="10000"/>
                  </a:schemeClr>
                </a:solidFill>
              </a:rPr>
              <a:t>Głównym problemem inżynierskim niniejszej pracy jest zapewnienie wysokiej wydajności </a:t>
            </a:r>
            <a:r>
              <a:rPr lang="pl-PL" dirty="0" err="1">
                <a:solidFill>
                  <a:schemeClr val="bg2">
                    <a:lumMod val="10000"/>
                  </a:schemeClr>
                </a:solidFill>
              </a:rPr>
              <a:t>renderowania</a:t>
            </a:r>
            <a:r>
              <a:rPr lang="pl-PL" dirty="0">
                <a:solidFill>
                  <a:schemeClr val="bg2">
                    <a:lumMod val="10000"/>
                  </a:schemeClr>
                </a:solidFill>
              </a:rPr>
              <a:t> oraz interaktywności w środowisku przeglądarki internetowej dla gęstych chmur punktów reprezentowanych w formacie </a:t>
            </a:r>
            <a:r>
              <a:rPr lang="pl-PL" dirty="0" err="1">
                <a:solidFill>
                  <a:schemeClr val="bg2">
                    <a:lumMod val="10000"/>
                  </a:schemeClr>
                </a:solidFill>
              </a:rPr>
              <a:t>Gaussian</a:t>
            </a:r>
            <a:r>
              <a:rPr lang="pl-PL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pl-PL" dirty="0" err="1">
                <a:solidFill>
                  <a:schemeClr val="bg2">
                    <a:lumMod val="10000"/>
                  </a:schemeClr>
                </a:solidFill>
              </a:rPr>
              <a:t>Splatting</a:t>
            </a:r>
            <a:r>
              <a:rPr lang="pl-PL" dirty="0">
                <a:solidFill>
                  <a:schemeClr val="bg2">
                    <a:lumMod val="10000"/>
                  </a:schemeClr>
                </a:solidFill>
              </a:rPr>
              <a:t>. Wyzwaniem jest wybór odpowiedniego algorytmu sortowania i rzutowanie dużej ilości elipsoid przy ograniczonych możliwościach sprzętowych dostępnych przez interfejs </a:t>
            </a:r>
            <a:r>
              <a:rPr lang="pl-PL" dirty="0" err="1">
                <a:solidFill>
                  <a:schemeClr val="bg2">
                    <a:lumMod val="10000"/>
                  </a:schemeClr>
                </a:solidFill>
              </a:rPr>
              <a:t>DeckGL</a:t>
            </a:r>
            <a:r>
              <a:rPr lang="pl-PL" dirty="0">
                <a:solidFill>
                  <a:schemeClr val="bg2">
                    <a:lumMod val="10000"/>
                  </a:schemeClr>
                </a:solidFill>
              </a:rPr>
              <a:t>, przy jednoczesnym zachowaniu płynności edycji parametrów wizualnych w czasie rzeczywistym.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5BF2AFDF-F97F-8ABB-BEA7-CBD9AFD1E2C1}"/>
              </a:ext>
            </a:extLst>
          </p:cNvPr>
          <p:cNvSpPr/>
          <p:nvPr/>
        </p:nvSpPr>
        <p:spPr>
          <a:xfrm>
            <a:off x="0" y="0"/>
            <a:ext cx="12192000" cy="804672"/>
          </a:xfrm>
          <a:prstGeom prst="rect">
            <a:avLst/>
          </a:prstGeom>
          <a:solidFill>
            <a:srgbClr val="00687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4" name="Grafika 3">
            <a:extLst>
              <a:ext uri="{FF2B5EF4-FFF2-40B4-BE49-F238E27FC236}">
                <a16:creationId xmlns:a16="http://schemas.microsoft.com/office/drawing/2014/main" id="{7A6764A4-FF37-2B78-F480-5E40AB0E0A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6027" y="-12526"/>
            <a:ext cx="1252727" cy="1780736"/>
          </a:xfrm>
          <a:prstGeom prst="rect">
            <a:avLst/>
          </a:prstGeom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8DBD4FA2-D66F-AEAD-BEB1-DFC65C65625D}"/>
              </a:ext>
            </a:extLst>
          </p:cNvPr>
          <p:cNvSpPr txBox="1"/>
          <p:nvPr/>
        </p:nvSpPr>
        <p:spPr>
          <a:xfrm>
            <a:off x="2629588" y="160326"/>
            <a:ext cx="5699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>
                <a:solidFill>
                  <a:schemeClr val="bg1"/>
                </a:solidFill>
                <a:latin typeface="Source Sans Pro Light" panose="020B0403030403020204" pitchFamily="34" charset="0"/>
              </a:rPr>
              <a:t>Seminarium dyplomowe – prezentacja pierwsza</a:t>
            </a:r>
          </a:p>
        </p:txBody>
      </p:sp>
    </p:spTree>
    <p:extLst>
      <p:ext uri="{BB962C8B-B14F-4D97-AF65-F5344CB8AC3E}">
        <p14:creationId xmlns:p14="http://schemas.microsoft.com/office/powerpoint/2010/main" val="2597448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ka 18">
            <a:extLst>
              <a:ext uri="{FF2B5EF4-FFF2-40B4-BE49-F238E27FC236}">
                <a16:creationId xmlns:a16="http://schemas.microsoft.com/office/drawing/2014/main" id="{8C3CFF1F-52DC-3490-D293-D228F8DF6A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6027" y="0"/>
            <a:ext cx="1252727" cy="1780736"/>
          </a:xfrm>
          <a:prstGeom prst="rect">
            <a:avLst/>
          </a:prstGeom>
        </p:spPr>
      </p:pic>
      <p:sp>
        <p:nvSpPr>
          <p:cNvPr id="20" name="pole tekstowe 19">
            <a:extLst>
              <a:ext uri="{FF2B5EF4-FFF2-40B4-BE49-F238E27FC236}">
                <a16:creationId xmlns:a16="http://schemas.microsoft.com/office/drawing/2014/main" id="{DA7C4B59-9B8D-C16D-1201-5FC12125EDF7}"/>
              </a:ext>
            </a:extLst>
          </p:cNvPr>
          <p:cNvSpPr txBox="1"/>
          <p:nvPr/>
        </p:nvSpPr>
        <p:spPr>
          <a:xfrm>
            <a:off x="2629588" y="160326"/>
            <a:ext cx="5699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>
                <a:solidFill>
                  <a:schemeClr val="bg1"/>
                </a:solidFill>
                <a:latin typeface="Source Sans Pro Light" panose="020B0403030403020204" pitchFamily="34" charset="0"/>
              </a:rPr>
              <a:t>Tytuł prezentacji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86BD307D-D05F-C6AB-47DA-91F22952FCF4}"/>
              </a:ext>
            </a:extLst>
          </p:cNvPr>
          <p:cNvSpPr txBox="1"/>
          <p:nvPr/>
        </p:nvSpPr>
        <p:spPr>
          <a:xfrm>
            <a:off x="1581912" y="2390082"/>
            <a:ext cx="17830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>
                <a:solidFill>
                  <a:schemeClr val="bg1"/>
                </a:solidFill>
              </a:rPr>
              <a:t>TYTUŁ</a:t>
            </a:r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6A42DB7B-FD93-A98F-8992-B27F361C6F45}"/>
              </a:ext>
            </a:extLst>
          </p:cNvPr>
          <p:cNvSpPr txBox="1"/>
          <p:nvPr/>
        </p:nvSpPr>
        <p:spPr>
          <a:xfrm>
            <a:off x="5099304" y="2390082"/>
            <a:ext cx="17830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>
                <a:solidFill>
                  <a:schemeClr val="bg1"/>
                </a:solidFill>
              </a:rPr>
              <a:t>TYTUŁ</a:t>
            </a: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E0DE6813-00B6-4DA0-EF0D-ED1A8A8DC12D}"/>
              </a:ext>
            </a:extLst>
          </p:cNvPr>
          <p:cNvSpPr txBox="1"/>
          <p:nvPr/>
        </p:nvSpPr>
        <p:spPr>
          <a:xfrm>
            <a:off x="8689848" y="2390082"/>
            <a:ext cx="17830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>
                <a:solidFill>
                  <a:schemeClr val="bg1"/>
                </a:solidFill>
              </a:rPr>
              <a:t>TYTUŁ</a:t>
            </a:r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029D6EE5-129A-3B00-626D-F11E47A532AC}"/>
              </a:ext>
            </a:extLst>
          </p:cNvPr>
          <p:cNvSpPr txBox="1"/>
          <p:nvPr/>
        </p:nvSpPr>
        <p:spPr>
          <a:xfrm>
            <a:off x="1579448" y="3001036"/>
            <a:ext cx="20860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>
                <a:solidFill>
                  <a:schemeClr val="bg1"/>
                </a:solidFill>
                <a:latin typeface="Source Sans Pro" charset="0"/>
                <a:ea typeface="Source Sans Pro" charset="0"/>
                <a:cs typeface="Source Sans Pro" charset="0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701AF46D-BFBA-B394-4E5C-5F8633651436}"/>
              </a:ext>
            </a:extLst>
          </p:cNvPr>
          <p:cNvSpPr txBox="1"/>
          <p:nvPr/>
        </p:nvSpPr>
        <p:spPr>
          <a:xfrm>
            <a:off x="5099304" y="3001036"/>
            <a:ext cx="20860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>
                <a:solidFill>
                  <a:schemeClr val="bg1"/>
                </a:solidFill>
                <a:latin typeface="Source Sans Pro" charset="0"/>
                <a:ea typeface="Source Sans Pro" charset="0"/>
                <a:cs typeface="Source Sans Pro" charset="0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id="26" name="Prostokąt 25">
            <a:extLst>
              <a:ext uri="{FF2B5EF4-FFF2-40B4-BE49-F238E27FC236}">
                <a16:creationId xmlns:a16="http://schemas.microsoft.com/office/drawing/2014/main" id="{CB3D808F-1EA9-CE12-04B3-7BDCCF8F33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1290"/>
            <a:ext cx="12192000" cy="804672"/>
          </a:xfrm>
          <a:prstGeom prst="rect">
            <a:avLst/>
          </a:prstGeom>
          <a:solidFill>
            <a:srgbClr val="00687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27" name="Grafika 26">
            <a:extLst>
              <a:ext uri="{FF2B5EF4-FFF2-40B4-BE49-F238E27FC236}">
                <a16:creationId xmlns:a16="http://schemas.microsoft.com/office/drawing/2014/main" id="{3B24B87E-DC5F-43C8-407C-8838BFEF37A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6027" y="-11290"/>
            <a:ext cx="1252727" cy="1780736"/>
          </a:xfrm>
          <a:prstGeom prst="rect">
            <a:avLst/>
          </a:prstGeom>
        </p:spPr>
      </p:pic>
      <p:sp>
        <p:nvSpPr>
          <p:cNvPr id="28" name="pole tekstowe 27">
            <a:extLst>
              <a:ext uri="{FF2B5EF4-FFF2-40B4-BE49-F238E27FC236}">
                <a16:creationId xmlns:a16="http://schemas.microsoft.com/office/drawing/2014/main" id="{D2665E53-A6E9-63F0-F602-DA47374D9FBC}"/>
              </a:ext>
            </a:extLst>
          </p:cNvPr>
          <p:cNvSpPr txBox="1"/>
          <p:nvPr/>
        </p:nvSpPr>
        <p:spPr>
          <a:xfrm>
            <a:off x="2629588" y="160326"/>
            <a:ext cx="5699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>
                <a:solidFill>
                  <a:schemeClr val="bg1"/>
                </a:solidFill>
                <a:latin typeface="Source Sans Pro Light" panose="020B0403030403020204" pitchFamily="34" charset="0"/>
              </a:rPr>
              <a:t>Seminarium dyplomowe – prezentacja pierwsza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5196C267-7116-2687-1C9D-F717EE57C904}"/>
              </a:ext>
            </a:extLst>
          </p:cNvPr>
          <p:cNvSpPr txBox="1"/>
          <p:nvPr/>
        </p:nvSpPr>
        <p:spPr>
          <a:xfrm>
            <a:off x="569343" y="1242204"/>
            <a:ext cx="41838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dirty="0"/>
              <a:t>Wykorzystane technologie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2A2AF15-F8AC-424A-7635-62B1DE525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343" y="2214246"/>
            <a:ext cx="1968462" cy="196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- CesiumGS/cesium: An open-source JavaScript library for world-class  3D globes and maps :earth_americas: · GitHub">
            <a:extLst>
              <a:ext uri="{FF2B5EF4-FFF2-40B4-BE49-F238E27FC236}">
                <a16:creationId xmlns:a16="http://schemas.microsoft.com/office/drawing/2014/main" id="{76C5E7F6-B4D0-DCB9-08B4-73B14A73A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8324" y="2213508"/>
            <a:ext cx="1969200" cy="196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- lit/lit: Lit is a simple library for building fast, lightweight  web components. · GitHub">
            <a:extLst>
              <a:ext uri="{FF2B5EF4-FFF2-40B4-BE49-F238E27FC236}">
                <a16:creationId xmlns:a16="http://schemas.microsoft.com/office/drawing/2014/main" id="{28CCBECA-581E-28AA-B174-2ED7FCC7C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343" y="4761876"/>
            <a:ext cx="1969200" cy="196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ome | deck.gl">
            <a:extLst>
              <a:ext uri="{FF2B5EF4-FFF2-40B4-BE49-F238E27FC236}">
                <a16:creationId xmlns:a16="http://schemas.microsoft.com/office/drawing/2014/main" id="{40FE1422-3249-AD00-BCF1-0B9C56C0B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8324" y="4533805"/>
            <a:ext cx="1969200" cy="196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pole tekstowe 1">
            <a:extLst>
              <a:ext uri="{FF2B5EF4-FFF2-40B4-BE49-F238E27FC236}">
                <a16:creationId xmlns:a16="http://schemas.microsoft.com/office/drawing/2014/main" id="{03FEAA97-B2C2-CBDC-124D-2E97B1AF0562}"/>
              </a:ext>
            </a:extLst>
          </p:cNvPr>
          <p:cNvSpPr txBox="1"/>
          <p:nvPr/>
        </p:nvSpPr>
        <p:spPr>
          <a:xfrm>
            <a:off x="2990898" y="4239663"/>
            <a:ext cx="2331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400" dirty="0"/>
              <a:t>Implementacja algorytmów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990132A-F5C9-204E-7E29-DCD59F10A354}"/>
              </a:ext>
            </a:extLst>
          </p:cNvPr>
          <p:cNvSpPr txBox="1"/>
          <p:nvPr/>
        </p:nvSpPr>
        <p:spPr>
          <a:xfrm>
            <a:off x="6198324" y="4238656"/>
            <a:ext cx="196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400" dirty="0"/>
              <a:t>Orientacja przestrzenna obiektów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68782E42-2A1B-8BCA-3C32-2EC37BC64B18}"/>
              </a:ext>
            </a:extLst>
          </p:cNvPr>
          <p:cNvSpPr txBox="1"/>
          <p:nvPr/>
        </p:nvSpPr>
        <p:spPr>
          <a:xfrm>
            <a:off x="3049620" y="6441528"/>
            <a:ext cx="2213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400" dirty="0"/>
              <a:t>Interfejs użytkownika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60EA6FB3-743D-F0D5-BFB0-C7C546BBB489}"/>
              </a:ext>
            </a:extLst>
          </p:cNvPr>
          <p:cNvSpPr txBox="1"/>
          <p:nvPr/>
        </p:nvSpPr>
        <p:spPr>
          <a:xfrm>
            <a:off x="6075944" y="6241395"/>
            <a:ext cx="2213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400" dirty="0"/>
              <a:t>Wyświetlanie zbiorów danych</a:t>
            </a:r>
          </a:p>
        </p:txBody>
      </p:sp>
    </p:spTree>
    <p:extLst>
      <p:ext uri="{BB962C8B-B14F-4D97-AF65-F5344CB8AC3E}">
        <p14:creationId xmlns:p14="http://schemas.microsoft.com/office/powerpoint/2010/main" val="1672126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8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logo&#10;&#10;Opis wygenerowany automatycznie">
            <a:extLst>
              <a:ext uri="{FF2B5EF4-FFF2-40B4-BE49-F238E27FC236}">
                <a16:creationId xmlns:a16="http://schemas.microsoft.com/office/drawing/2014/main" id="{7F664471-D8BA-0250-F7B9-558FAAEDDF8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370" y="4078724"/>
            <a:ext cx="1892526" cy="1892526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0CBC331D-8069-B1C8-0B2C-BC64036C1009}"/>
              </a:ext>
            </a:extLst>
          </p:cNvPr>
          <p:cNvSpPr txBox="1"/>
          <p:nvPr/>
        </p:nvSpPr>
        <p:spPr>
          <a:xfrm>
            <a:off x="4991370" y="886750"/>
            <a:ext cx="56993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000" dirty="0">
                <a:solidFill>
                  <a:schemeClr val="bg1"/>
                </a:solidFill>
                <a:latin typeface="Source Sans Pro Light" panose="020B0403030403020204" pitchFamily="34" charset="0"/>
              </a:rPr>
              <a:t>Dziękuję</a:t>
            </a:r>
          </a:p>
          <a:p>
            <a:r>
              <a:rPr lang="pl-PL" sz="6000" dirty="0">
                <a:solidFill>
                  <a:schemeClr val="bg1"/>
                </a:solidFill>
                <a:latin typeface="Source Sans Pro Light" panose="020B0403030403020204" pitchFamily="34" charset="0"/>
              </a:rPr>
              <a:t>za uwagę</a:t>
            </a:r>
          </a:p>
        </p:txBody>
      </p:sp>
    </p:spTree>
    <p:extLst>
      <p:ext uri="{BB962C8B-B14F-4D97-AF65-F5344CB8AC3E}">
        <p14:creationId xmlns:p14="http://schemas.microsoft.com/office/powerpoint/2010/main" val="646872128"/>
      </p:ext>
    </p:extLst>
  </p:cSld>
  <p:clrMapOvr>
    <a:masterClrMapping/>
  </p:clrMapOvr>
</p:sld>
</file>

<file path=ppt/theme/theme1.xml><?xml version="1.0" encoding="utf-8"?>
<a:theme xmlns:a="http://schemas.openxmlformats.org/drawingml/2006/main" name="1_Motyw pakietu Office">
  <a:themeElements>
    <a:clrScheme name="Niestandardowy 1">
      <a:dk1>
        <a:srgbClr val="006872"/>
      </a:dk1>
      <a:lt1>
        <a:sysClr val="window" lastClr="FFFFFF"/>
      </a:lt1>
      <a:dk2>
        <a:srgbClr val="004A6C"/>
      </a:dk2>
      <a:lt2>
        <a:srgbClr val="E7E6E6"/>
      </a:lt2>
      <a:accent1>
        <a:srgbClr val="3466AF"/>
      </a:accent1>
      <a:accent2>
        <a:srgbClr val="E7A217"/>
      </a:accent2>
      <a:accent3>
        <a:srgbClr val="C8C1B6"/>
      </a:accent3>
      <a:accent4>
        <a:srgbClr val="E63312"/>
      </a:accent4>
      <a:accent5>
        <a:srgbClr val="9A0F06"/>
      </a:accent5>
      <a:accent6>
        <a:srgbClr val="C0D1C8"/>
      </a:accent6>
      <a:hlink>
        <a:srgbClr val="007C91"/>
      </a:hlink>
      <a:folHlink>
        <a:srgbClr val="5E3156"/>
      </a:folHlink>
    </a:clrScheme>
    <a:fontScheme name="Source Sans Pro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45B4C75F7633A4EA664FFE0F83590A7" ma:contentTypeVersion="0" ma:contentTypeDescription="Utwórz nowy dokument." ma:contentTypeScope="" ma:versionID="8d3405ba9eb5c67ee2468863dcd183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fb9aac25f9b64d69d83117132aa463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0BFD26B-195B-4D9D-83F8-EF9EF218BBFC}">
  <ds:schemaRefs>
    <ds:schemaRef ds:uri="http://schemas.microsoft.com/office/2006/metadata/properties"/>
    <ds:schemaRef ds:uri="http://schemas.microsoft.com/office/infopath/2007/PartnerControls"/>
    <ds:schemaRef ds:uri="d8301284-0e13-42aa-bfb2-849dd2e9fdd8"/>
    <ds:schemaRef ds:uri="fca3fa48-ee18-4258-80e9-c2e987ae0fe6"/>
  </ds:schemaRefs>
</ds:datastoreItem>
</file>

<file path=customXml/itemProps2.xml><?xml version="1.0" encoding="utf-8"?>
<ds:datastoreItem xmlns:ds="http://schemas.openxmlformats.org/officeDocument/2006/customXml" ds:itemID="{22BBEC6F-2D59-407D-BF50-900AB15052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7D30935-1AC9-4C6E-A060-D39FB7C4DD3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397</TotalTime>
  <Words>199</Words>
  <Application>Microsoft Office PowerPoint</Application>
  <PresentationFormat>Panoramiczny</PresentationFormat>
  <Paragraphs>26</Paragraphs>
  <Slides>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</vt:i4>
      </vt:variant>
    </vt:vector>
  </HeadingPairs>
  <TitlesOfParts>
    <vt:vector size="10" baseType="lpstr">
      <vt:lpstr>Arial</vt:lpstr>
      <vt:lpstr>Source Sans Pro</vt:lpstr>
      <vt:lpstr>Source Sans Pro Light</vt:lpstr>
      <vt:lpstr>Source Serif Pro</vt:lpstr>
      <vt:lpstr>1_Motyw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Majchrzyk Monika</dc:creator>
  <cp:lastModifiedBy>Kacprzyk Marcin (STUD)</cp:lastModifiedBy>
  <cp:revision>5</cp:revision>
  <dcterms:created xsi:type="dcterms:W3CDTF">2023-03-17T09:04:36Z</dcterms:created>
  <dcterms:modified xsi:type="dcterms:W3CDTF">2026-03-23T11:24:37Z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0x010100745B4C75F7633A4EA664FFE0F83590A7</vt:lpwstr>
  </property>
  <property fmtid="{D5CDD505-2E9C-101B-9397-08002B2CF9AE}" pid="3" name="MediaServiceImageTags">
    <vt:lpwstr/>
  </property>
</Properties>
</file>